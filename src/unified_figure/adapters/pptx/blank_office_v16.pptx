
<file path=[Content_Types].xml><?xml version="1.0" encoding="utf-8"?>
<ns0:Types xmlns:ns0="http://schemas.openxmlformats.org/package/2006/content-types">
  <ns0:Default Extension="rels" ContentType="application/vnd.openxmlformats-package.relationships+xml"/>
  <ns0:Default Extension="xml" ContentType="application/xml"/>
  <ns0:Default Extension="png" ContentType="image/png"/>
  <ns0:Override PartName="/ppt/presentation.xml" ContentType="application/vnd.openxmlformats-officedocument.presentationml.presentation.main+xml"/>
  <ns0:Override PartName="/ppt/slides/slide1.xml" ContentType="application/vnd.openxmlformats-officedocument.presentationml.slide+xml"/>
  <ns0:Override PartName="/ppt/slideMasters/slideMaster1.xml" ContentType="application/vnd.openxmlformats-officedocument.presentationml.slideMaster+xml"/>
  <ns0:Override PartName="/ppt/slideLayouts/slideLayout1.xml" ContentType="application/vnd.openxmlformats-officedocument.presentationml.slideLayout+xml"/>
  <ns0:Override PartName="/ppt/presProps.xml" ContentType="application/vnd.openxmlformats-officedocument.presentationml.presProps+xml"/>
  <ns0:Override PartName="/ppt/theme/theme1.xml" ContentType="application/vnd.openxmlformats-officedocument.theme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/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ns0:Relationship Id="rId3" Type="http://schemas.openxmlformats.org/officeDocument/2006/relationships/presProps" Target="presProps.xml" /><ns0:Relationship Id="rId4" Type="http://schemas.openxmlformats.org/officeDocument/2006/relationships/theme" Target="theme/theme1.xml" /></ns0:Relationship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/ns0: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>
      <a:lvl1pPr>
        <a:defRPr sz="1800" kern="1200">
          <a:latin typeface="+mn-lt"/>
        </a:defRPr>
      </a:lvl1pPr>
    </p:otherStyle>
  </p:txStyles>
</p:sldMaster>
</file>

<file path=ppt/slides/_rels/slide1.xml.rels><?xml version='1.0' encoding='utf-8'?>
<ns0:Relationships xmlns:ns0="http://schemas.openxmlformats.org/package/2006/relationships"><ns0:Relationship Id="rId100" Type="http://schemas.openxmlformats.org/officeDocument/2006/relationships/slideLayout" Target="../slideLayouts/slideLayout1.xml" /></ns0: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Generated neutral theme">
  <a:themeElements>
    <a:clrScheme name="Neutral">
      <a:dk1>
        <a:srgbClr val="000000"/>
      </a:dk1>
      <a:lt1>
        <a:srgbClr val="FFFFFF"/>
      </a:lt1>
      <a:dk2>
        <a:srgbClr val="222222"/>
      </a:dk2>
      <a:lt2>
        <a:srgbClr val="EEEEEE"/>
      </a:lt2>
      <a:accent1>
        <a:srgbClr val="345678"/>
      </a:accent1>
      <a:accent2>
        <a:srgbClr val="567834"/>
      </a:accent2>
      <a:accent3>
        <a:srgbClr val="783456"/>
      </a:accent3>
      <a:accent4>
        <a:srgbClr val="456789"/>
      </a:accent4>
      <a:accent5>
        <a:srgbClr val="678945"/>
      </a:accent5>
      <a:accent6>
        <a:srgbClr val="894567"/>
      </a:accent6>
      <a:hlink>
        <a:srgbClr val="0000FF"/>
      </a:hlink>
      <a:folHlink>
        <a:srgbClr val="800080"/>
      </a:folHlink>
    </a:clrScheme>
    <a:fontScheme name="User installed font references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Minimal standard style matri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