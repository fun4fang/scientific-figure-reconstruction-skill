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39624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slide1-shape-2" descr="uf:canonical_id=acquire;uf:object_type=text;uf:representation=NATIVE_TEXT;uf:text_fit=PASS;uf:text_rotation=0"/>
          <p:cNvSpPr/>
          <p:nvPr/>
        </p:nvSpPr>
        <p:spPr>
          <a:xfrm>
            <a:off x="304800" y="1371600"/>
            <a:ext cx="2438400" cy="1219200"/>
          </a:xfrm>
          <a:prstGeom prst="rect">
            <a:avLst/>
          </a:prstGeom>
          <a:solidFill>
            <a:srgbClr val="EAF2F8"/>
          </a:solidFill>
          <a:ln w="30480">
            <a:solidFill>
              <a:srgbClr val="16324F"/>
            </a:solidFill>
          </a:ln>
        </p:spPr>
        <p:txBody>
          <a:bodyPr wrap="none" anchor="ctr" lIns="152400" tIns="304800" rIns="152400" bIns="304800">
            <a:noAutofit/>
          </a:bodyPr>
          <a:lstStyle/>
          <a:p>
            <a:pPr algn="ctr"/>
            <a:r>
              <a:rPr lang="en-US" sz="2640" b="0" i="0">
                <a:solidFill>
                  <a:srgbClr val="16324F"/>
                </a:solidFill>
                <a:latin typeface="Arial"/>
              </a:rPr>
              <a:t>Acquire</a:t>
            </a:r>
            <a:endParaRPr lang="en-US"/>
          </a:p>
        </p:txBody>
      </p:sp>
      <p:sp>
        <p:nvSpPr>
          <p:cNvPr id="3" name="pptx-slide1-shape-3" descr="uf:canonical_id=report;uf:object_type=text;uf:representation=NATIVE_TEXT;uf:text_fit=PASS;uf:text_rotation=0"/>
          <p:cNvSpPr/>
          <p:nvPr/>
        </p:nvSpPr>
        <p:spPr>
          <a:xfrm>
            <a:off x="6400800" y="1371600"/>
            <a:ext cx="2438400" cy="1219200"/>
          </a:xfrm>
          <a:prstGeom prst="rect">
            <a:avLst/>
          </a:prstGeom>
          <a:solidFill>
            <a:srgbClr val="EAF2F8"/>
          </a:solidFill>
          <a:ln w="30480">
            <a:solidFill>
              <a:srgbClr val="16324F"/>
            </a:solidFill>
          </a:ln>
        </p:spPr>
        <p:txBody>
          <a:bodyPr wrap="none" anchor="ctr" lIns="152400" tIns="304800" rIns="152400" bIns="304800">
            <a:noAutofit/>
          </a:bodyPr>
          <a:lstStyle/>
          <a:p>
            <a:pPr algn="ctr"/>
            <a:r>
              <a:rPr lang="en-US" sz="2640" b="0" i="0">
                <a:solidFill>
                  <a:srgbClr val="16324F"/>
                </a:solidFill>
                <a:latin typeface="Arial"/>
              </a:rPr>
              <a:t>Report</a:t>
            </a:r>
            <a:endParaRPr lang="en-US"/>
          </a:p>
        </p:txBody>
      </p:sp>
      <p:sp>
        <p:nvSpPr>
          <p:cNvPr id="4" name="pptx-slide1-shape-4" descr="uf:canonical_id=validate;uf:object_type=text;uf:representation=NATIVE_TEXT;uf:text_fit=PASS;uf:text_rotation=0"/>
          <p:cNvSpPr/>
          <p:nvPr/>
        </p:nvSpPr>
        <p:spPr>
          <a:xfrm>
            <a:off x="3352800" y="1371600"/>
            <a:ext cx="2438400" cy="1219200"/>
          </a:xfrm>
          <a:prstGeom prst="rect">
            <a:avLst/>
          </a:prstGeom>
          <a:solidFill>
            <a:srgbClr val="EAF2F8"/>
          </a:solidFill>
          <a:ln w="30480">
            <a:solidFill>
              <a:srgbClr val="16324F"/>
            </a:solidFill>
          </a:ln>
        </p:spPr>
        <p:txBody>
          <a:bodyPr wrap="none" anchor="ctr" lIns="152400" tIns="304800" rIns="152400" bIns="304800">
            <a:noAutofit/>
          </a:bodyPr>
          <a:lstStyle/>
          <a:p>
            <a:pPr algn="ctr"/>
            <a:r>
              <a:rPr lang="en-US" sz="2640" b="0" i="0">
                <a:solidFill>
                  <a:srgbClr val="16324F"/>
                </a:solidFill>
                <a:latin typeface="Arial"/>
              </a:rPr>
              <a:t>Validate</a:t>
            </a:r>
            <a:endParaRPr lang="en-US"/>
          </a:p>
        </p:txBody>
      </p:sp>
      <p:cxnSp>
        <p:nvCxnSpPr>
          <p:cNvPr id="5" name="pptx-slide1-connector-5" descr="uf:attachment=ATTACHED_VERIFIED;uf:canonical_id=flow-1;uf:direction=SOURCE_TO_TARGET;uf:object_type=relation;uf:relation_type=FLOW;uf:representation=NATIVE_RELATION;uf:route_source=CANONICAL_ROUTE_POINTS;uf:route_type=STRAIGHT;uf:source_id=acquire;uf:target_id=validate"/>
          <p:cNvCxnSpPr>
            <a:stCxn id="2" idx="3"/>
            <a:endCxn id="4" idx="1"/>
          </p:cNvCxnSpPr>
          <p:nvPr/>
        </p:nvCxnSpPr>
        <p:spPr>
          <a:xfrm>
            <a:off x="2743200" y="1981200"/>
            <a:ext cx="609600" cy="1"/>
          </a:xfrm>
          <a:prstGeom prst="line">
            <a:avLst/>
          </a:prstGeom>
          <a:ln w="30480">
            <a:solidFill>
              <a:srgbClr val="16324F"/>
            </a:solidFill>
            <a:headEnd type="none"/>
            <a:tailEnd type="triangle"/>
          </a:ln>
        </p:spPr>
      </p:cxnSp>
      <p:cxnSp>
        <p:nvCxnSpPr>
          <p:cNvPr id="6" name="pptx-slide1-connector-6" descr="uf:attachment=ATTACHED_VERIFIED;uf:canonical_id=flow-2;uf:direction=SOURCE_TO_TARGET;uf:object_type=relation;uf:relation_type=FLOW;uf:representation=NATIVE_RELATION;uf:route_source=CANONICAL_ROUTE_POINTS;uf:route_type=STRAIGHT;uf:source_id=validate;uf:target_id=report"/>
          <p:cNvCxnSpPr>
            <a:stCxn id="4" idx="3"/>
            <a:endCxn id="3" idx="1"/>
          </p:cNvCxnSpPr>
          <p:nvPr/>
        </p:nvCxnSpPr>
        <p:spPr>
          <a:xfrm>
            <a:off x="5791200" y="1981200"/>
            <a:ext cx="609600" cy="1"/>
          </a:xfrm>
          <a:prstGeom prst="line">
            <a:avLst/>
          </a:prstGeom>
          <a:ln w="30480">
            <a:solidFill>
              <a:srgbClr val="16324F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