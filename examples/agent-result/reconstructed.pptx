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Default Extension="png" ContentType="image/png"/>
  <ns0:Override PartName="/ppt/presentation.xml" ContentType="application/vnd.openxmlformats-officedocument.presentationml.presentation.main+xml"/>
  <ns0:Override PartName="/ppt/slides/slide1.xml" ContentType="application/vnd.openxmlformats-officedocument.presentationml.slide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presProps.xml" ContentType="application/vnd.openxmlformats-officedocument.presentationml.presProps+xml"/>
  <ns0:Override PartName="/ppt/theme/theme1.xml" ContentType="application/vnd.openxmlformats-officedocument.them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3962400"/>
  <p:notesSz cx="6858000" cy="9144000"/>
</p:presentation>
</file>

<file path=ppt/presProps.xml><?xml version="1.0" encoding="utf-8"?>
<p:presentationPr xmlns:p="http://schemas.openxmlformats.org/presentationml/2006/main"/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presProps" Target="presProps.xml" /><ns0:Relationship Id="rId4" Type="http://schemas.openxmlformats.org/officeDocument/2006/relationships/theme" Target="theme/theme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800" kern="1200"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slide1-shape-2" descr="uf:canonical_id=acquire;uf:object_type=text;uf:representation=NATIVE_TEXT;uf:text_fit=PASS;uf:text_rotation=0"/>
          <p:cNvSpPr/>
          <p:nvPr/>
        </p:nvSpPr>
        <p:spPr>
          <a:xfrm>
            <a:off x="304800" y="1371600"/>
            <a:ext cx="2453640" cy="1234440"/>
          </a:xfrm>
          <a:prstGeom prst="rect">
            <a:avLst/>
          </a:prstGeom>
          <a:solidFill>
            <a:srgbClr val="EAF2F8"/>
          </a:solidFill>
          <a:ln w="30480">
            <a:solidFill>
              <a:srgbClr val="193653"/>
            </a:solidFill>
          </a:ln>
        </p:spPr>
        <p:txBody>
          <a:bodyPr wrap="none" anchor="t" lIns="0" rIns="0" tIns="447294" bIns="0">
            <a:noAutofit/>
          </a:bodyPr>
          <a:lstStyle/>
          <a:p>
            <a:pPr algn="ctr" marL="640080" marR="655320"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40" b="0">
                <a:solidFill>
                  <a:srgbClr val="193653"/>
                </a:solidFill>
                <a:latin typeface="Arial"/>
              </a:rPr>
              <a:t>Acquire</a:t>
            </a:r>
            <a:endParaRPr sz="2640"/>
          </a:p>
        </p:txBody>
      </p:sp>
      <p:sp>
        <p:nvSpPr>
          <p:cNvPr id="3" name="pptx-slide1-shape-3" descr="uf:canonical_id=report;uf:object_type=text;uf:representation=NATIVE_TEXT;uf:text_fit=PASS;uf:text_rotation=0"/>
          <p:cNvSpPr/>
          <p:nvPr/>
        </p:nvSpPr>
        <p:spPr>
          <a:xfrm>
            <a:off x="6400800" y="1371600"/>
            <a:ext cx="2453640" cy="1234440"/>
          </a:xfrm>
          <a:prstGeom prst="rect">
            <a:avLst/>
          </a:prstGeom>
          <a:solidFill>
            <a:srgbClr val="EAF2F8"/>
          </a:solidFill>
          <a:ln w="30480">
            <a:solidFill>
              <a:srgbClr val="193653"/>
            </a:solidFill>
          </a:ln>
        </p:spPr>
        <p:txBody>
          <a:bodyPr wrap="none" anchor="t" lIns="0" rIns="0" tIns="447294" bIns="0">
            <a:noAutofit/>
          </a:bodyPr>
          <a:lstStyle/>
          <a:p>
            <a:pPr algn="ctr" marL="716280" marR="716280"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40" b="0">
                <a:solidFill>
                  <a:srgbClr val="193653"/>
                </a:solidFill>
                <a:latin typeface="Arial"/>
              </a:rPr>
              <a:t>Report</a:t>
            </a:r>
            <a:endParaRPr sz="2640"/>
          </a:p>
        </p:txBody>
      </p:sp>
      <p:sp>
        <p:nvSpPr>
          <p:cNvPr id="4" name="pptx-slide1-shape-4" descr="uf:canonical_id=validate;uf:object_type=text;uf:representation=NATIVE_TEXT;uf:text_fit=PASS;uf:text_rotation=0"/>
          <p:cNvSpPr/>
          <p:nvPr/>
        </p:nvSpPr>
        <p:spPr>
          <a:xfrm>
            <a:off x="3352800" y="1371600"/>
            <a:ext cx="2453640" cy="1234440"/>
          </a:xfrm>
          <a:prstGeom prst="rect">
            <a:avLst/>
          </a:prstGeom>
          <a:solidFill>
            <a:srgbClr val="EAF2F8"/>
          </a:solidFill>
          <a:ln w="30480">
            <a:solidFill>
              <a:srgbClr val="193653"/>
            </a:solidFill>
          </a:ln>
        </p:spPr>
        <p:txBody>
          <a:bodyPr wrap="none" anchor="t" lIns="0" rIns="0" tIns="447294" bIns="0">
            <a:noAutofit/>
          </a:bodyPr>
          <a:lstStyle/>
          <a:p>
            <a:pPr algn="ctr" marL="619333" marR="619333"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40" b="0">
                <a:solidFill>
                  <a:srgbClr val="193653"/>
                </a:solidFill>
                <a:latin typeface="Arial"/>
              </a:rPr>
              <a:t>Validate</a:t>
            </a:r>
            <a:endParaRPr sz="2640"/>
          </a:p>
        </p:txBody>
      </p:sp>
      <p:cxnSp>
        <p:nvCxnSpPr>
          <p:cNvPr id="5" name="pptx-slide1-connector-5" descr="uf:attachment=ATTACHED_VERIFIED;uf:canonical_id=acquire-to-validate;uf:direction=SOURCE_TO_TARGET;uf:object_type=relation;uf:relation_type=FLOW;uf:representation=NATIVE_RELATION;uf:route_source=CANONICAL_ROUTE_POINTS;uf:route_type=STRAIGHT;uf:source_id=acquire;uf:target_id=validate"/>
          <p:cNvCxnSpPr>
            <a:stCxn id="2" idx="3"/>
            <a:endCxn id="4" idx="1"/>
          </p:cNvCxnSpPr>
          <p:nvPr/>
        </p:nvCxnSpPr>
        <p:spPr>
          <a:xfrm>
            <a:off x="2758440" y="1988820"/>
            <a:ext cx="594360" cy="1"/>
          </a:xfrm>
          <a:prstGeom prst="line">
            <a:avLst/>
          </a:prstGeom>
          <a:ln w="30480">
            <a:solidFill>
              <a:srgbClr val="193653"/>
            </a:solidFill>
            <a:headEnd type="none"/>
            <a:tailEnd type="triangle"/>
          </a:ln>
        </p:spPr>
      </p:cxnSp>
      <p:cxnSp>
        <p:nvCxnSpPr>
          <p:cNvPr id="6" name="pptx-slide1-connector-6" descr="uf:attachment=ATTACHED_VERIFIED;uf:canonical_id=validate-to-report;uf:direction=SOURCE_TO_TARGET;uf:object_type=relation;uf:relation_type=FLOW;uf:representation=NATIVE_RELATION;uf:route_source=CANONICAL_ROUTE_POINTS;uf:route_type=STRAIGHT;uf:source_id=validate;uf:target_id=report"/>
          <p:cNvCxnSpPr>
            <a:stCxn id="4" idx="3"/>
            <a:endCxn id="3" idx="1"/>
          </p:cNvCxnSpPr>
          <p:nvPr/>
        </p:nvCxnSpPr>
        <p:spPr>
          <a:xfrm>
            <a:off x="5806440" y="1988820"/>
            <a:ext cx="594360" cy="1"/>
          </a:xfrm>
          <a:prstGeom prst="line">
            <a:avLst/>
          </a:prstGeom>
          <a:ln w="30480">
            <a:solidFill>
              <a:srgbClr val="193653"/>
            </a:solidFill>
            <a:headEnd type="none"/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Generated neutral theme">
  <a:themeElements>
    <a:clrScheme name="Neutral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345678"/>
      </a:accent1>
      <a:accent2>
        <a:srgbClr val="567834"/>
      </a:accent2>
      <a:accent3>
        <a:srgbClr val="783456"/>
      </a:accent3>
      <a:accent4>
        <a:srgbClr val="456789"/>
      </a:accent4>
      <a:accent5>
        <a:srgbClr val="678945"/>
      </a:accent5>
      <a:accent6>
        <a:srgbClr val="894567"/>
      </a:accent6>
      <a:hlink>
        <a:srgbClr val="0000FF"/>
      </a:hlink>
      <a:folHlink>
        <a:srgbClr val="800080"/>
      </a:folHlink>
    </a:clrScheme>
    <a:fontScheme name="User installed font references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Minimal standard style matri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